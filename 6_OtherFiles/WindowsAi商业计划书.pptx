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83" autoAdjust="0"/>
  </p:normalViewPr>
  <p:slideViewPr>
    <p:cSldViewPr snapToGrid="0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FF75E-0072-4241-8CBD-DA052EB13DB7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2C1F6-3BDE-40D4-95FA-E4B351663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10D8-2001-DF29-4501-F182CE72C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3B3080-60F0-F925-13D8-3828E7F17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FCADB1-45DC-E1D7-9DB0-7B9CC817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39691D-BD0E-4D55-E27C-3E908F1D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55232-C2D4-5FF7-77C4-2C5994F1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09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144BE-35FD-79AC-C5B3-544C3CC5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66852C-3AC9-23DD-9880-11A6F4FBD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98D54-3424-032F-FAE2-2D9FCECA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DAA2D-8520-4B6B-702B-BED2F2E9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CBEEF4-842C-4CD1-E129-621D4ED7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71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7039D-29AA-40B7-223A-22497EB8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130147-ACBA-167E-94CC-080A5869A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B9536-2FBF-45CF-95C6-4B521E7C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55CBCD-B84E-FAAE-44B6-AA6ECF5F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09609-45C2-AF6C-7C8F-303987F8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4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DEAF7-4603-36DE-1514-192B4E8A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788112-F6D5-482E-0BD0-E317C5C2A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1AE469-C6BB-39FE-14F4-46DAFDE47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9CE783-2B81-3509-72CA-10BF09C6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F90CAD-B649-7836-5F12-E34C1FD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EA5FF1-CC4D-F12B-7FF2-AC27BFEC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04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C4A10-6744-DE10-1284-41351F46D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712B2C-5D0B-DCBD-2E57-D69444DF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217F1A-1C14-0FBA-7BE7-A57A6B117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6A92DC-AD53-2A31-5580-7C5F5918C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B21664-16D1-F82D-147B-2F52E33B6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2FD44D-88C2-81B8-1DA8-3F1522EB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F1B6E8-0797-1040-A4E9-F7B3C627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859D76-7A33-AC00-26C6-510AD99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38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5DA4B-2C93-7D34-DE78-B6777B16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7FD781-280D-3352-09E1-19A34DEB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AC1612-9DCE-DA5A-99AF-7661A2F6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050E79-91DC-3883-BF70-8935D5C5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25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40A98B-F8A3-377C-E9D8-43BC9A4B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EB5FAA-AA22-4684-EB01-19E70C32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0DB4C7-D875-950D-98ED-496E57A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8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88FBB-4961-1AF2-F767-85E83F9A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22E432-0F3C-5A04-9EB3-239AB93D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F7AD36-165E-970A-B627-1B4ECC82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EB8AC9-8577-E6A3-39C6-719E4320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6CA3FE-B7F5-7134-3037-1580810B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F6131B-7F60-286F-9C83-7B13904A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2BCCD-3041-2111-12B7-2C628459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6F5F09-1AD3-A659-81CF-B79A774C0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1BFDA6-8548-53C6-38E1-4D9E8BA2A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3FDF3-079B-3A0C-BEA8-51663092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3F7F7B-BF89-4128-23A5-956B76EDA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1A3721-AE56-550A-D4AF-E8C4AFBC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30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A7B28-E456-283E-65FF-12257D49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370151-A880-DF64-0582-9148963DE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2FA4CA-9BF4-9C02-0F8F-0D75C8754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1685B-1564-57C5-5FEF-DDD03220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4B15E-417F-82A9-2DB8-8767DE7E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26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343B5D-C0BA-CD8C-F316-B8A38502A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E02BB0-6D6B-E091-532D-1B3727FAE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BA2A0-2F8A-A81D-8098-D1FBB7AC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FEB9C-3E8A-BC05-2183-78853ADE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13BD0-B2C1-200C-560A-30D34D2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0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BB4AB2-12C9-2237-C423-DAADFE37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3682AC-AE72-AD6B-0B5B-0395BA9B8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55F6E-65C4-D3C7-4351-64C032863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7C0C8-172E-40BC-BD8D-70276286543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199A1-567B-4F0C-BA0D-66608CE47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FF83C7-E307-92FE-9E3E-AAB4A8273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F9B9D-BAF9-45E7-8311-B0F88C160E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29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8C4F60-BD69-4710-2DDA-FC4519BFD6A4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                                                                                                    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D43B0-00DF-9160-BB3B-AED1B3123C87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4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3667DB-1B48-52BC-0E9A-151763660536}"/>
              </a:ext>
            </a:extLst>
          </p:cNvPr>
          <p:cNvSpPr txBox="1"/>
          <p:nvPr/>
        </p:nvSpPr>
        <p:spPr>
          <a:xfrm>
            <a:off x="1387018" y="1380360"/>
            <a:ext cx="94179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北京流程智能科技有限公司</a:t>
            </a:r>
            <a:endParaRPr lang="en-US" altLang="zh-CN" sz="6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A7753C-1723-8E4E-20BF-76B715E1BD1C}"/>
              </a:ext>
            </a:extLst>
          </p:cNvPr>
          <p:cNvSpPr txBox="1"/>
          <p:nvPr/>
        </p:nvSpPr>
        <p:spPr>
          <a:xfrm>
            <a:off x="2143321" y="2433152"/>
            <a:ext cx="8494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Slogan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：麻烦事交给我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2B07EA-CF9E-31CC-C503-6E423A23300B}"/>
              </a:ext>
            </a:extLst>
          </p:cNvPr>
          <p:cNvSpPr txBox="1"/>
          <p:nvPr/>
        </p:nvSpPr>
        <p:spPr>
          <a:xfrm>
            <a:off x="512860" y="4162128"/>
            <a:ext cx="11166277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我们实现了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系统上的流程自动化操作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说人话就是让电脑自己操作完成任务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3D4235-54E2-A660-075A-A0C2CD64F426}"/>
              </a:ext>
            </a:extLst>
          </p:cNvPr>
          <p:cNvSpPr txBox="1"/>
          <p:nvPr/>
        </p:nvSpPr>
        <p:spPr>
          <a:xfrm>
            <a:off x="2978798" y="3068512"/>
            <a:ext cx="6218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https://www.bilibili.com/video/BV157411d7KF/?p=1&amp;vd_source=13e922849edcebb31fdf20c5df9d99a0</a:t>
            </a:r>
          </a:p>
        </p:txBody>
      </p:sp>
    </p:spTree>
    <p:extLst>
      <p:ext uri="{BB962C8B-B14F-4D97-AF65-F5344CB8AC3E}">
        <p14:creationId xmlns:p14="http://schemas.microsoft.com/office/powerpoint/2010/main" val="31964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8C4F60-BD69-4710-2DDA-FC4519BFD6A4}"/>
              </a:ext>
            </a:extLst>
          </p:cNvPr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用户痛点                                                                                             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D43B0-00DF-9160-BB3B-AED1B3123C87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4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2B07EA-CF9E-31CC-C503-6E423A23300B}"/>
              </a:ext>
            </a:extLst>
          </p:cNvPr>
          <p:cNvSpPr txBox="1"/>
          <p:nvPr/>
        </p:nvSpPr>
        <p:spPr>
          <a:xfrm>
            <a:off x="512861" y="662691"/>
            <a:ext cx="1116627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据研究，人们使用电脑花费的时间占工作总时间的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28A50E-CD41-CE54-A8D5-FA25258ECCC7}"/>
              </a:ext>
            </a:extLst>
          </p:cNvPr>
          <p:cNvSpPr txBox="1"/>
          <p:nvPr/>
        </p:nvSpPr>
        <p:spPr>
          <a:xfrm>
            <a:off x="512861" y="3148057"/>
            <a:ext cx="1116627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效率低：问群友、问同学、问同事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0AAFB1-BC50-D6F9-BDBA-494B18708EB9}"/>
              </a:ext>
            </a:extLst>
          </p:cNvPr>
          <p:cNvSpPr txBox="1"/>
          <p:nvPr/>
        </p:nvSpPr>
        <p:spPr>
          <a:xfrm>
            <a:off x="512861" y="1979496"/>
            <a:ext cx="1116627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效率低：问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</a:p>
        </p:txBody>
      </p:sp>
    </p:spTree>
    <p:extLst>
      <p:ext uri="{BB962C8B-B14F-4D97-AF65-F5344CB8AC3E}">
        <p14:creationId xmlns:p14="http://schemas.microsoft.com/office/powerpoint/2010/main" val="336819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8C4F60-BD69-4710-2DDA-FC4519BFD6A4}"/>
              </a:ext>
            </a:extLst>
          </p:cNvPr>
          <p:cNvSpPr/>
          <p:nvPr/>
        </p:nvSpPr>
        <p:spPr>
          <a:xfrm>
            <a:off x="0" y="0"/>
            <a:ext cx="12192000" cy="701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                                                                             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D43B0-00DF-9160-BB3B-AED1B3123C87}"/>
              </a:ext>
            </a:extLst>
          </p:cNvPr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北京流程智能科技有限公司                                                                                                    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Slogan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：麻烦事交给我</a:t>
            </a:r>
            <a:endParaRPr lang="zh-CN" altLang="en-US" sz="44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F0A508-6CF7-9DAC-B97F-AAA4C8307235}"/>
              </a:ext>
            </a:extLst>
          </p:cNvPr>
          <p:cNvSpPr txBox="1"/>
          <p:nvPr/>
        </p:nvSpPr>
        <p:spPr>
          <a:xfrm>
            <a:off x="512862" y="1919164"/>
            <a:ext cx="11166277" cy="3019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我们实现了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系统上的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流程自动化操作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451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1FD9D2-63F3-0166-9F12-A0F596679836}"/>
              </a:ext>
            </a:extLst>
          </p:cNvPr>
          <p:cNvSpPr txBox="1"/>
          <p:nvPr/>
        </p:nvSpPr>
        <p:spPr>
          <a:xfrm>
            <a:off x="103517" y="155275"/>
            <a:ext cx="791755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文字稿：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让所有人不需要看教程，只需要写目的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项目前期优先联系科技企业，提供开发环境自动化搭建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不行就先做</a:t>
            </a:r>
            <a:r>
              <a:rPr lang="en-US" altLang="zh-CN" dirty="0" err="1"/>
              <a:t>ToC</a:t>
            </a:r>
            <a:r>
              <a:rPr lang="zh-CN" altLang="en-US" dirty="0"/>
              <a:t>，在</a:t>
            </a:r>
            <a:r>
              <a:rPr lang="en-US" altLang="zh-CN" dirty="0"/>
              <a:t>CSDN</a:t>
            </a:r>
            <a:r>
              <a:rPr lang="zh-CN" altLang="en-US" dirty="0"/>
              <a:t>上看看热点，看能不能追到并流程化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中期形成数据集后加入</a:t>
            </a:r>
            <a:r>
              <a:rPr lang="en-US" altLang="zh-CN" dirty="0"/>
              <a:t>GPT</a:t>
            </a:r>
            <a:r>
              <a:rPr lang="zh-CN" altLang="en-US" dirty="0"/>
              <a:t>微调，让用户可以输入文本完成操作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影刀针对的是管理相关，我针对的是开发相关，侧重点不一样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影刀好像并非控制用户电脑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后期可以挂在云电脑，仅以结果导向，给用户需要的信息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自动搭建</a:t>
            </a:r>
            <a:r>
              <a:rPr lang="en-US" altLang="zh-CN" dirty="0"/>
              <a:t>Hyper-V</a:t>
            </a:r>
            <a:r>
              <a:rPr lang="zh-CN" altLang="en-US" dirty="0"/>
              <a:t>虚拟机服务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后期可以训练模型，把文档、视频变成可执行流程化代码，完成自动录入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不能做</a:t>
            </a:r>
            <a:r>
              <a:rPr lang="en-US" altLang="zh-CN" dirty="0" err="1"/>
              <a:t>ToB</a:t>
            </a:r>
            <a:r>
              <a:rPr lang="zh-CN" altLang="en-US" dirty="0"/>
              <a:t>可以先在</a:t>
            </a:r>
            <a:r>
              <a:rPr lang="en-US" altLang="zh-CN" dirty="0"/>
              <a:t>CSDN</a:t>
            </a:r>
            <a:r>
              <a:rPr lang="zh-CN" altLang="en-US" dirty="0"/>
              <a:t>上给他们写，看能不能摇到人，农村包围城市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01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270</Words>
  <Application>Microsoft Office PowerPoint</Application>
  <PresentationFormat>宽屏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 陈</dc:creator>
  <cp:lastModifiedBy>鑫 陈</cp:lastModifiedBy>
  <cp:revision>10</cp:revision>
  <dcterms:created xsi:type="dcterms:W3CDTF">2024-07-19T12:26:59Z</dcterms:created>
  <dcterms:modified xsi:type="dcterms:W3CDTF">2024-08-05T06:37:10Z</dcterms:modified>
</cp:coreProperties>
</file>